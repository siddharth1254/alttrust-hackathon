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3291840" cy="274320"/>
          </a:xfrm>
          <a:prstGeom prst="rect">
            <a:avLst/>
          </a:prstGeom>
          <a:solidFill>
            <a:srgbClr val="F1F5F9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</a:rPr>
              <a:t>LYRFLOW — VOCAL TRAINING 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</a:rPr>
              <a:t>01 — PRÉSENTATION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</a:rPr>
              <a:t>Que fait LyrFlow ?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566160" cy="25603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35661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38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Rehearsal Player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249424"/>
            <a:ext cx="32918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🎛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360" y="28803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Lecteur musical augmenté connecté à Spotify.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Boucle A→B, ralenti progressif,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navigation par section (couplet/refrain).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1828800"/>
            <a:ext cx="3566160" cy="25603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828800"/>
            <a:ext cx="35661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938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Feedback Vocal IA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2249424"/>
            <a:ext cx="32918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389120" y="28803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L'utilisateur chante, le micro capte.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Analyse : tonalité, rythme, prononciation.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Syllabes incorrectes highlightées.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1828800"/>
            <a:ext cx="3566160" cy="25603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1828800"/>
            <a:ext cx="3566160" cy="5486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1938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Lyrics Intelligence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83880" y="2249424"/>
            <a:ext cx="32918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183880" y="28803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Romanisation des scripts non-latins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(hangul coréen, kana/kanji japonais).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Traduction + contexte émotionnel.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"Le coach IA qui transforme votre frustration en maîtrise — depuis votre bibliothèque Spotify."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6519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LyrFlow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7160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x Aivancity — Mini Hackathon 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65196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Que fait LyrFlow ?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196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</a:rPr>
              <a:t>02 — FONCTIONNEMENT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</a:rPr>
              <a:t>Comment ça marche 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011680" cy="201168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0116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444752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Spotify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957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L'utilisateur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connecte son compte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Spotify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2286000"/>
            <a:ext cx="914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217627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</a:rPr>
              <a:t>▶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60320" y="1280160"/>
            <a:ext cx="2011680" cy="201168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280160"/>
            <a:ext cx="2011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444752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2084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Chanson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23957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Il choisit un titre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dans sa bibliothèque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90288" y="2286000"/>
            <a:ext cx="9144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217627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</a:rPr>
              <a:t>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1280160"/>
            <a:ext cx="2011680" cy="201168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280160"/>
            <a:ext cx="2011680" cy="5486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1444752"/>
            <a:ext cx="548640" cy="54864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2084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Micro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23957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Il chante via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son micro (WebRTC)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93408" y="2286000"/>
            <a:ext cx="91440" cy="0"/>
          </a:xfrm>
          <a:prstGeom prst="line">
            <a:avLst/>
          </a:prstGeom>
          <a:noFill/>
          <a:ln w="1905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217627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B2777"/>
                </a:solidFill>
              </a:rPr>
              <a:t>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766560" y="1280160"/>
            <a:ext cx="2011680" cy="201168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0" y="1280160"/>
            <a:ext cx="20116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444752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2084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Analyse IA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0" y="23957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Azure Speech analyse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chaque phonème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796528" y="2286000"/>
            <a:ext cx="9144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51392" y="217627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▶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869680" y="1280160"/>
            <a:ext cx="2011680" cy="201168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869680" y="1280160"/>
            <a:ext cx="20116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01200" y="1444752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0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961120" y="2084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Feedback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961120" y="23957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Syllabes highlightées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+ recommandation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3520440"/>
            <a:ext cx="1124712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35844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Point clé : </a:t>
            </a:r>
            <a:pPr indent="0" marL="0">
              <a:buNone/>
            </a:pPr>
            <a:r>
              <a:rPr lang="en-US" sz="1100" dirty="0">
                <a:solidFill>
                  <a:srgbClr val="7C2D12"/>
                </a:solidFill>
              </a:rPr>
              <a:t>Le micro utilisateur et le flux Spotify sont deux pipelines totalement séparés.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LyrFlow analyse uniquement la voix — jamais l'audio Spotify. C'est une contrainte légale et technique fondamentale.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6519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LyrFlow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37160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x Aivancity — Mini Hackathon 2026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0" y="65196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Comment ça marche ?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0" y="65196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91440"/>
            <a:ext cx="0" cy="640080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6A34A"/>
                </a:solidFill>
              </a:rPr>
              <a:t>POUR QUI 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A34A"/>
                </a:solidFill>
              </a:rPr>
              <a:t>Alice, 28 ans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Chef de projet digital. Passionnée de K-pop.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54864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298448"/>
            <a:ext cx="5120640" cy="1005840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8988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66534"/>
                </a:solidFill>
              </a:rPr>
              <a:t>"Je passe des heures à réécouter la même chanson sur Spotify. Je ne comprends pas les paroles en coréen. Je n'ai aucun feedback. Je finis par abandonner."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487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Impossible de boucler une section précise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Paroles sans traduction ni romanisation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10712"/>
            <a:ext cx="182880" cy="18288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364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Aucun feedback vocal personnalisé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49624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8039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Progression complètement invisible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B2777"/>
                </a:solidFill>
              </a:rPr>
              <a:t>VOTRE MISSION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38404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2777"/>
                </a:solidFill>
              </a:rPr>
              <a:t>Romaniser les lyrics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126480" y="98755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Les fans K-pop/J-pop aiment chanter ce qu'ils entendent — mais ils ne lisent pas le coréen ni le japonais. La romanisation est le pont manquant.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755648"/>
            <a:ext cx="2560320" cy="123444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755648"/>
            <a:ext cx="25603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865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Avant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2176272"/>
            <a:ext cx="2286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2128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1B1B"/>
                </a:solidFill>
              </a:rPr>
              <a:t>좋은 아침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26480" y="2697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Illisible pour Alice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69680" y="1755648"/>
            <a:ext cx="2560320" cy="123444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869680" y="1755648"/>
            <a:ext cx="256032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06840" y="1865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Après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006840" y="2176272"/>
            <a:ext cx="2286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0" y="22128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532D"/>
                </a:solidFill>
              </a:rPr>
              <a:t>joeun achim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869680" y="2697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Alice peut chanter !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3154680"/>
            <a:ext cx="9144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Coréen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50608" y="31729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Hangul → Romanisation (Revised Romanization)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26480" y="3630168"/>
            <a:ext cx="9144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630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Japonais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50608" y="36484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Kanji/Kana → Romaji (Hepburn)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26480" y="4105656"/>
            <a:ext cx="91440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4105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Bonus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50608" y="41239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Traduction + découpage ligne par ligne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6519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LyrFlow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37160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x Aivancity — Mini Hackathon 2026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0" y="65196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Pour qui ? — Le problème à résoudre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5196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</a:rPr>
              <a:t>04 — BOÎTE À OUTILS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</a:rPr>
              <a:t>Ce qu'on vous fournit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57600" cy="48463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36576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44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Corpus de chansons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33832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099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B2777"/>
                </a:solidFill>
              </a:rPr>
              <a:t>K-POP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BTS — No More Dream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134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BTS — Jump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609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BLACKPINK — Pink Venom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0083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NewJeans — Hype Boy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355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Stray Kids — MIROH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703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Park Byeong Hoon — Black Sorrow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0507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IU — Celebrity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3982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</a:rPr>
              <a:t>J-POP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46725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YOASOBI — Idol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50200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Ado — Usseewa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53675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FLOW — GO!!!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51960" y="1234440"/>
            <a:ext cx="3657600" cy="48463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51960" y="1234440"/>
            <a:ext cx="36576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1344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APIs et ressources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9120" y="1655064"/>
            <a:ext cx="33832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17465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Genius API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20665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→  lyricsgenius (déjà intégré)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80560" y="23591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→  Clé API fournie le jour J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80560" y="26517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→  Fetcher les lyrics : song.lyrics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89120" y="3163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Librairies Python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80560" y="34838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→  coréen: hangul-romanize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80560" y="37764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→  japonais: pykakasi / cutlet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80560" y="40690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→  Traduction: deep-translator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389120" y="45811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Structure JSON cible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80560" y="49011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→  Format de sortie défini (cf. col. droite)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80560" y="51937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→  Vous fetchez, vous remplissez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46720" y="1234440"/>
            <a:ext cx="3657600" cy="48463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46720" y="1234440"/>
            <a:ext cx="36576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3880" y="1344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Format JSON cible (output)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183880" y="1655064"/>
            <a:ext cx="33832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17099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Résultat attendu après pipeline :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38160" y="2039112"/>
            <a:ext cx="3429000" cy="329184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21488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229600" y="236829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"No More Dream",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229600" y="25877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"artist": "BTS",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29600" y="280720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"language": "ko",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229600" y="302666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"lyrics": [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229600" y="32461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29600" y="346557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"line": "나는 야망이 있어",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229600" y="36850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"romanized":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229600" y="390448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"naneun yamang-i iss-eo",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229600" y="41239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"translation": "J'ai des ambitions"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229600" y="43434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229600" y="456285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229600" y="47823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229600" y="50017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6519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LyrFlow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37160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x Aivancity — Mini Hackathon 2026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657600" y="65196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Matériel fourni aux équipes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430000" y="65196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</a:rPr>
              <a:t>05 — LIVRABLE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</a:rPr>
              <a:t>Ce qu'on attend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394960" cy="48463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394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44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Le pipeline attendu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51206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Vous recevez une liste de 10 chansons. Votre pipeline doit, pour chacune 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276856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76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9264" y="22402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Fetcher les lyrics bruts via l'API Genius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77977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9264" y="27432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Détecter la langue de chaque ligne (ko / ja / mixte)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282696"/>
            <a:ext cx="256032" cy="256032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82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9264" y="32461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Romaniser les segments non-latins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785616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9264" y="3749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Produire un JSON structuré ligne par ligne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288536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88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9264" y="42519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Gérer les cas limites sans planter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4800600"/>
            <a:ext cx="5120640" cy="77724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9651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"line": "좋은 아침",  </a:t>
            </a:r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"romanized": "joeun achim",  </a:t>
            </a:r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"translation": "Bonjour" }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1234440"/>
            <a:ext cx="5394960" cy="48463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234440"/>
            <a:ext cx="53949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344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Critères de livraison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1655064"/>
            <a:ext cx="51206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La soutenance (15-20 min) doit couvrir 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2203704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148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Démo fonctionnelle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92240" y="24597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Pipeline Python qui tourne en live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92240" y="271576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Input JSON brut → Output JSON romanisé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72200" y="316382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108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Couverture linguistique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92240" y="341985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Coréen (hangul) requis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92240" y="367588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Japonais (kana/kanji) en bonus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72200" y="412394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4069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Gestion des cas limites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92240" y="437997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Lignes mixtes (ko + anglais)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92240" y="463600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Erreurs API / chansons inconnues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72200" y="5084064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5029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Recommandations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92240" y="53400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Librairie retenue et pourquoi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492240" y="55961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Limites identifiées + prochaine itération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7200" y="6291072"/>
            <a:ext cx="11247120" cy="164592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629107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Bonus : </a:t>
            </a:r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</a:rPr>
              <a:t>Proposer un schéma JSON enrichi avec découpage syllabique et justifier les choix de structure — aucune intégration app requise.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519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LyrFlow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37160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x Aivancity — Mini Hackathon 2026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0" y="65196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Ce qu'on attend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430000" y="65196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LyrFlow x Aivancity — Mini Hackathon 2026</dc:title>
  <dc:subject>PptxGenJS Presentation</dc:subject>
  <dc:creator>PptxGenJS</dc:creator>
  <cp:lastModifiedBy>PptxGenJS</cp:lastModifiedBy>
  <cp:revision>1</cp:revision>
  <dcterms:created xsi:type="dcterms:W3CDTF">2026-03-24T20:05:44Z</dcterms:created>
  <dcterms:modified xsi:type="dcterms:W3CDTF">2026-03-24T20:05:44Z</dcterms:modified>
</cp:coreProperties>
</file>